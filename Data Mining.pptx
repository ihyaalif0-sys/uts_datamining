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sldIdLst>
    <p:sldId id="258" r:id="rId8"/>
    <p:sldId id="273" r:id="rId9"/>
    <p:sldId id="269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6" autoAdjust="0"/>
    <p:restoredTop sz="94660"/>
  </p:normalViewPr>
  <p:slideViewPr>
    <p:cSldViewPr snapToGrid="0">
      <p:cViewPr varScale="1">
        <p:scale>
          <a:sx n="72" d="100"/>
          <a:sy n="72" d="100"/>
        </p:scale>
        <p:origin x="5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090F-55CA-48B6-AE9D-1026C3C1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232452"/>
            <a:ext cx="10515600" cy="5128591"/>
          </a:xfrm>
        </p:spPr>
        <p:txBody>
          <a:bodyPr>
            <a:normAutofit/>
          </a:bodyPr>
          <a:lstStyle/>
          <a:p>
            <a:pPr algn="ctr"/>
            <a:r>
              <a:rPr lang="en-ID" sz="5300"/>
              <a:t>Data Mining</a:t>
            </a:r>
            <a:br>
              <a:rPr lang="en-ID" dirty="0"/>
            </a:br>
            <a:br>
              <a:rPr lang="en-ID" dirty="0"/>
            </a:br>
            <a:r>
              <a:rPr lang="en-ID" dirty="0" err="1"/>
              <a:t>Pertemuan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-</a:t>
            </a:r>
            <a:br>
              <a:rPr lang="en-ID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5209585"/>
          </a:xfrm>
        </p:spPr>
        <p:txBody>
          <a:bodyPr>
            <a:normAutofit/>
          </a:bodyPr>
          <a:lstStyle/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5AD7-8A07-4659-B9DC-C6D50242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Data Mining  Pertemuan ke -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hi</cp:lastModifiedBy>
  <cp:revision>15</cp:revision>
  <dcterms:created xsi:type="dcterms:W3CDTF">2021-08-16T10:58:02Z</dcterms:created>
  <dcterms:modified xsi:type="dcterms:W3CDTF">2025-02-25T12:40:57Z</dcterms:modified>
</cp:coreProperties>
</file>